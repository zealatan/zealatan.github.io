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88952" cy="73152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AXI4 RTL Verification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>
                <a:solidFill>
                  <a:srgbClr val="008B8B"/>
                </a:solidFill>
              </a:rPr>
              <a:t>AXI-Lite Register File  ·  AXI4 Memory Model  ·  Simple AXI4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DD"/>
                </a:solidFill>
              </a:rPr>
              <a:t>Vivado / xsim  ·  SystemVerilog Testbenches  ·  Automated CI 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840480"/>
            <a:ext cx="2103120" cy="1417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F4F6"/>
                </a:solidFill>
              </a:rPr>
              <a:t>RTL / Model
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3840480"/>
            <a:ext cx="2103120" cy="1417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3886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177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F4F6"/>
                </a:solidFill>
              </a:rPr>
              <a:t>Total Checks
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840480"/>
            <a:ext cx="2103120" cy="1417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3886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F4F6"/>
                </a:solidFill>
              </a:rPr>
              <a:t>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3840480"/>
            <a:ext cx="2103120" cy="1417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0" y="3886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2F4F6"/>
                </a:solidFill>
              </a:rPr>
              <a:t>CI Gate
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99AA"/>
                </a:solidFill>
              </a:rPr>
              <a:t>Bumhee Lee  ·  2026-05-01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Project Architecture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88136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AXI-Lite Register File  (rtl/axi_lite_regfile.v)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82" y="914400"/>
            <a:ext cx="1097280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B8B"/>
                </a:solidFill>
              </a:rPr>
              <a:t>4 × 32-bit regs  |  Byte-WSTRB  |  3 write paths (W_IDLE/W_WAIT_W/W_WAIT_A)  |  SLVERR for addr[31:4]≠0  |  133/133 checks passed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AXI-Lite Register File — Verification Coverage  (133 Checks)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65" y="1147878"/>
            <a:ext cx="10116589" cy="49328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133 / 133 checks PASSED  ·  0 failures  ·  CI exit code 0  ·  Simulation time 3720 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AXI4 Memory Model  (tb/axi_mem_model.sv)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02" y="1307865"/>
            <a:ext cx="9585757" cy="463573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Parameterised MEM_DEPTH / MEM_BASE  ·  30/30 checks PASSED  ·  Simulation time 690 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</a:rPr>
              <a:t>Simple AXI4 Master  —  6-State FSM  (</a:t>
            </a:r>
            <a:r>
              <a:rPr sz="3200" b="1" dirty="0" err="1">
                <a:solidFill>
                  <a:srgbClr val="FFFFFF"/>
                </a:solidFill>
              </a:rPr>
              <a:t>rtl</a:t>
            </a:r>
            <a:r>
              <a:rPr sz="3200" b="1" dirty="0">
                <a:solidFill>
                  <a:srgbClr val="FFFFFF"/>
                </a:solidFill>
              </a:rPr>
              <a:t>/</a:t>
            </a:r>
            <a:r>
              <a:rPr sz="3200" b="1" dirty="0" err="1">
                <a:solidFill>
                  <a:srgbClr val="FFFFFF"/>
                </a:solidFill>
              </a:rPr>
              <a:t>simple_axi_master.v</a:t>
            </a:r>
            <a:r>
              <a:rPr sz="3200" b="1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167" y="1268201"/>
            <a:ext cx="9784080" cy="47316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8B8B"/>
                </a:solidFill>
              </a:rPr>
              <a:t>Combinatorial AXI outputs from FSM state  ·  Registered data latches  ·  done pulses for exactly one cycle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Simple AXI4 Master  —  Transaction Timing &amp; Test Results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78" y="1097280"/>
            <a:ext cx="9651639" cy="46675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0807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</a:rPr>
              <a:t>14/14 checks PASSED  ·  CI exit code 0  ·  Simulation time 445 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Summary &amp; Overall Verification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566160" cy="5074920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8B"/>
                </a:solidFill>
              </a:rPr>
              <a:t>AXI-Lite
Register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DD"/>
                </a:solidFill>
              </a:rPr>
              <a:t>rtl/axi_lite_regfile.v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40280"/>
            <a:ext cx="26517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133 / 133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6"/>
                </a:solidFill>
              </a:rPr>
              <a:t>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4 × 32-bit registers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12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SLVERR on addr[31:4]≠0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3 write FSM paths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00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Backpressure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143000"/>
            <a:ext cx="3566160" cy="5074920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7407" y="1188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8B"/>
                </a:solidFill>
              </a:rPr>
              <a:t>AXI4
Memory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DD"/>
                </a:solidFill>
              </a:rPr>
              <a:t>tb/axi_mem_model.sv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2240280"/>
            <a:ext cx="26517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73168" y="22677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30 /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6"/>
                </a:solidFill>
              </a:rPr>
              <a:t>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218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1 KB parameterised 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712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Byte-WSTRB do_write()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SLVERR for OOB addresses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7000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Initial zero guarantee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143000"/>
            <a:ext cx="3566160" cy="5074920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66175" y="1188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8B"/>
                </a:solidFill>
              </a:rPr>
              <a:t>Simple
AXI4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1783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CCDD"/>
                </a:solidFill>
              </a:rPr>
              <a:t>rtl/simple_axi_master.v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31936" y="2240280"/>
            <a:ext cx="26517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31936" y="22677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14 /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6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4F6"/>
                </a:solidFill>
              </a:rPr>
              <a:t>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5" y="3218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6-state FSM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371246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Write → Readback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5" y="4206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Error flag: SLVERR / mismatch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5" y="47000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</a:rPr>
              <a:t>▸  Comb. AXI output drivers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solidFill>
            <a:srgbClr val="E87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29107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Total:  177 / 177 checks passed  ·  0 failures  ·  3 CI scripts  ·  All exit code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357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범희 이</cp:lastModifiedBy>
  <cp:revision>4</cp:revision>
  <dcterms:created xsi:type="dcterms:W3CDTF">2013-01-27T09:14:16Z</dcterms:created>
  <dcterms:modified xsi:type="dcterms:W3CDTF">2026-05-02T19:44:20Z</dcterms:modified>
  <cp:category/>
</cp:coreProperties>
</file>